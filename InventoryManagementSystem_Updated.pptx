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NULL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029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Linked List in C++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02920" y="297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</a:rPr>
              <a:t>Group Members: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329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</a:rPr>
              <a:t>Vyshnavi  |  Bhavya Shruthi  |  Rashmi  |  Venkat Reddy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an Inventory Management System using Singly Linked List in C++.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Core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Add, Display, Search, Update Quantity, and Delete Item operations.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Menu-Driven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console-based application with a clean menu-driven approach.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Learning Outcome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linked list concepts, pointer manipulation, and dynamic data handling.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Inventory = collection of items (ID, Name, Quantity, Price)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842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Uses Singly Linked List for dynamic 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88336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883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Each node represents one inventory item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924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Supports Add, Delete, Search, Update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965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Head pointer maintained to track first item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691640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167128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258568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585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2734056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825496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8254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3300984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392424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392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867912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395935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head pointer to NULL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options: Add / Display / Search / Update / Delete / Exit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596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Choice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integer input from user (1–6)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487168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596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944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chosen function with linked list manipulation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85616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599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2428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menu until user selects Exit (6)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85616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40599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2428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 and free memory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</a:rPr>
              <a:t>FLOWCHART</a:t>
            </a:r>
          </a:p>
        </p:txBody>
      </p:sp>
      <p:sp>
        <p:nvSpPr>
          <p:cNvPr id="10" name="StartOval"/>
          <p:cNvSpPr/>
          <p:nvPr/>
        </p:nvSpPr>
        <p:spPr>
          <a:xfrm>
            <a:off x="3657600" y="1143000"/>
            <a:ext cx="1828800" cy="41148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</a:ln>
        </p:spPr>
      </p:sp>
      <p:sp>
        <p:nvSpPr>
          <p:cNvPr id="11" name="StartText"/>
          <p:cNvSpPr/>
          <p:nvPr/>
        </p:nvSpPr>
        <p:spPr>
          <a:xfrm>
            <a:off x="3657600" y="1143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20" name="Arr1"/>
          <p:cNvSpPr/>
          <p:nvPr/>
        </p:nvSpPr>
        <p:spPr>
          <a:xfrm>
            <a:off x="4572000" y="1554480"/>
            <a:ext cx="0" cy="228600"/>
          </a:xfrm>
          <a:prstGeom prst="line">
            <a:avLst/>
          </a:prstGeom>
          <a:noFill/>
          <a:ln w="25400">
            <a:solidFill>
              <a:srgbClr val="FFFFFF"/>
            </a:solidFill>
          </a:ln>
        </p:spPr>
      </p:sp>
      <p:sp>
        <p:nvSpPr>
          <p:cNvPr id="30" name="InitBox"/>
          <p:cNvSpPr/>
          <p:nvPr/>
        </p:nvSpPr>
        <p:spPr>
          <a:xfrm>
            <a:off x="3657600" y="1783080"/>
            <a:ext cx="1828800" cy="4114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</a:ln>
        </p:spPr>
      </p:sp>
      <p:sp>
        <p:nvSpPr>
          <p:cNvPr id="31" name="InitText"/>
          <p:cNvSpPr/>
          <p:nvPr/>
        </p:nvSpPr>
        <p:spPr>
          <a:xfrm>
            <a:off x="36576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Initialize head = NULL</a:t>
            </a:r>
          </a:p>
        </p:txBody>
      </p:sp>
      <p:sp>
        <p:nvSpPr>
          <p:cNvPr id="40" name="Arr2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25400">
            <a:solidFill>
              <a:srgbClr val="FFFFFF"/>
            </a:solidFill>
          </a:ln>
        </p:spPr>
      </p:sp>
      <p:sp>
        <p:nvSpPr>
          <p:cNvPr id="50" name="MenuBox"/>
          <p:cNvSpPr/>
          <p:nvPr/>
        </p:nvSpPr>
        <p:spPr>
          <a:xfrm>
            <a:off x="3657600" y="2423160"/>
            <a:ext cx="1828800" cy="4114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</a:ln>
        </p:spPr>
      </p:sp>
      <p:sp>
        <p:nvSpPr>
          <p:cNvPr id="51" name="MenuText"/>
          <p:cNvSpPr/>
          <p:nvPr/>
        </p:nvSpPr>
        <p:spPr>
          <a:xfrm>
            <a:off x="36576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Display Menu</a:t>
            </a:r>
          </a:p>
        </p:txBody>
      </p:sp>
      <p:sp>
        <p:nvSpPr>
          <p:cNvPr id="60" name="Arr3"/>
          <p:cNvSpPr/>
          <p:nvPr/>
        </p:nvSpPr>
        <p:spPr>
          <a:xfrm>
            <a:off x="4572000" y="2834640"/>
            <a:ext cx="0" cy="228600"/>
          </a:xfrm>
          <a:prstGeom prst="line">
            <a:avLst/>
          </a:prstGeom>
          <a:noFill/>
          <a:ln w="25400">
            <a:solidFill>
              <a:srgbClr val="FFFFFF"/>
            </a:solidFill>
          </a:ln>
        </p:spPr>
      </p:sp>
      <p:sp>
        <p:nvSpPr>
          <p:cNvPr id="70" name="DiamondBox"/>
          <p:cNvSpPr/>
          <p:nvPr/>
        </p:nvSpPr>
        <p:spPr>
          <a:xfrm>
            <a:off x="3657600" y="3063240"/>
            <a:ext cx="1828800" cy="502920"/>
          </a:xfrm>
          <a:prstGeom prst="diamond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</p:sp>
      <p:sp>
        <p:nvSpPr>
          <p:cNvPr id="71" name="DiamondText"/>
          <p:cNvSpPr/>
          <p:nvPr/>
        </p:nvSpPr>
        <p:spPr>
          <a:xfrm>
            <a:off x="365760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Choice == 6?</a:t>
            </a:r>
          </a:p>
        </p:txBody>
      </p:sp>
      <p:sp>
        <p:nvSpPr>
          <p:cNvPr id="80" name="YesLabel"/>
          <p:cNvSpPr/>
          <p:nvPr/>
        </p:nvSpPr>
        <p:spPr>
          <a:xfrm>
            <a:off x="5486400" y="3200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YES</a:t>
            </a:r>
          </a:p>
        </p:txBody>
      </p:sp>
      <p:sp>
        <p:nvSpPr>
          <p:cNvPr id="81" name="YesArrow"/>
          <p:cNvSpPr/>
          <p:nvPr/>
        </p:nvSpPr>
        <p:spPr>
          <a:xfrm>
            <a:off x="5486400" y="331470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</a:ln>
        </p:spPr>
      </p:sp>
      <p:sp>
        <p:nvSpPr>
          <p:cNvPr id="90" name="EndOval"/>
          <p:cNvSpPr/>
          <p:nvPr/>
        </p:nvSpPr>
        <p:spPr>
          <a:xfrm>
            <a:off x="6035040" y="3108960"/>
            <a:ext cx="1371600" cy="41148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</a:ln>
        </p:spPr>
      </p:sp>
      <p:sp>
        <p:nvSpPr>
          <p:cNvPr id="91" name="EndText"/>
          <p:cNvSpPr/>
          <p:nvPr/>
        </p:nvSpPr>
        <p:spPr>
          <a:xfrm>
            <a:off x="603504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0" name="NoLabel"/>
          <p:cNvSpPr/>
          <p:nvPr/>
        </p:nvSpPr>
        <p:spPr>
          <a:xfrm>
            <a:off x="4664400" y="3566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NO</a:t>
            </a:r>
          </a:p>
        </p:txBody>
      </p:sp>
      <p:sp>
        <p:nvSpPr>
          <p:cNvPr id="101" name="NoArrow"/>
          <p:cNvSpPr/>
          <p:nvPr/>
        </p:nvSpPr>
        <p:spPr>
          <a:xfrm>
            <a:off x="4572000" y="3566160"/>
            <a:ext cx="0" cy="228600"/>
          </a:xfrm>
          <a:prstGeom prst="line">
            <a:avLst/>
          </a:prstGeom>
          <a:noFill/>
          <a:ln w="25400">
            <a:solidFill>
              <a:srgbClr val="14B8A6"/>
            </a:solidFill>
          </a:ln>
        </p:spPr>
      </p:sp>
      <p:sp>
        <p:nvSpPr>
          <p:cNvPr id="110" name="ExecBox"/>
          <p:cNvSpPr/>
          <p:nvPr/>
        </p:nvSpPr>
        <p:spPr>
          <a:xfrm>
            <a:off x="3657600" y="3794760"/>
            <a:ext cx="1828800" cy="4114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</a:ln>
        </p:spPr>
      </p:sp>
      <p:sp>
        <p:nvSpPr>
          <p:cNvPr id="111" name="ExecText"/>
          <p:cNvSpPr/>
          <p:nvPr/>
        </p:nvSpPr>
        <p:spPr>
          <a:xfrm>
            <a:off x="365760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Execute Operation</a:t>
            </a:r>
          </a:p>
        </p:txBody>
      </p:sp>
      <p:sp>
        <p:nvSpPr>
          <p:cNvPr id="120" name="LoopDown"/>
          <p:cNvSpPr/>
          <p:nvPr/>
        </p:nvSpPr>
        <p:spPr>
          <a:xfrm>
            <a:off x="3657600" y="4206240"/>
            <a:ext cx="0" cy="228600"/>
          </a:xfrm>
          <a:prstGeom prst="line">
            <a:avLst/>
          </a:prstGeom>
          <a:noFill/>
          <a:ln w="25400">
            <a:solidFill>
              <a:srgbClr val="14B8A6"/>
            </a:solidFill>
          </a:ln>
        </p:spPr>
      </p:sp>
      <p:sp>
        <p:nvSpPr>
          <p:cNvPr id="121" name="LoopLeft"/>
          <p:cNvSpPr/>
          <p:nvPr/>
        </p:nvSpPr>
        <p:spPr>
          <a:xfrm>
            <a:off x="2743200" y="4434840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</a:ln>
        </p:spPr>
      </p:sp>
      <p:sp>
        <p:nvSpPr>
          <p:cNvPr id="122" name="LoopUp"/>
          <p:cNvSpPr/>
          <p:nvPr/>
        </p:nvSpPr>
        <p:spPr>
          <a:xfrm>
            <a:off x="2743200" y="2628900"/>
            <a:ext cx="0" cy="1805940"/>
          </a:xfrm>
          <a:prstGeom prst="line">
            <a:avLst/>
          </a:prstGeom>
          <a:noFill/>
          <a:ln w="25400">
            <a:solidFill>
              <a:srgbClr val="14B8A6"/>
            </a:solidFill>
          </a:ln>
        </p:spPr>
      </p:sp>
      <p:sp>
        <p:nvSpPr>
          <p:cNvPr id="123" name="LoopRight"/>
          <p:cNvSpPr/>
          <p:nvPr/>
        </p:nvSpPr>
        <p:spPr>
          <a:xfrm>
            <a:off x="2743200" y="2628900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</a:ln>
        </p:spPr>
      </p:sp>
      <p:sp>
        <p:nvSpPr>
          <p:cNvPr id="130" name="RepeatLabel"/>
          <p:cNvSpPr/>
          <p:nvPr/>
        </p:nvSpPr>
        <p:spPr>
          <a:xfrm>
            <a:off x="219456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4B8A6"/>
                </a:solidFill>
              </a:rPr>
              <a:t>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Singly Linked 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node-based structure; each node holds item data and a next pointer.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Node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 { int id; string name; int qty; float price; Node* next; 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Head Pointer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387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 pointer tracks the first item; traversal done with temp pointer.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11480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98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head, delete by ID, linear search by name/ID, update quantity.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234440"/>
            <a:ext cx="3291840" cy="3401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16642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float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next;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Node*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head =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520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 Complexity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37947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Insert:  O(1)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9959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Delete:  O(n)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1970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 O(n)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43982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Update:  O(n)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A0A0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69621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INVENTORY MGMT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0711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Item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2585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Display Inventory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4460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 Item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6334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Update Quantity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82092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Delete Item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300837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19582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57073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ID: 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75818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Name: soaps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394563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Quantity: 400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1330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Price: 50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3205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507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Item added successfully!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0A0A0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88720"/>
            <a:ext cx="411480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4608" y="150876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64608" y="169621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INVENTORY MGMT 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64608" y="18836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20711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Item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64608" y="22585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Display Inventory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24460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 Item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26334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Update Quantity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282092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Delete Item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64608" y="300837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319582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64608" y="357073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 Exiting program...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64608" y="375818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64608" y="394563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64608" y="41330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exited after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43205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22.99 seconds (return 0)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64608" y="4507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any key...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Inventory Manager implemented using Singly Linked List in C++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Efficient O(1) insertion with dynamic memory allocation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All CRUD operations (Create, Read, Update, Delete) functional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4048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Highlights practical advantages of dynamic data structures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Scope: File storage, GUI interface, sorting by price/quantity, low-stock alerts, multi-user support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PptxGenJS</cp:lastModifiedBy>
  <cp:revision>1</cp:revision>
  <dcterms:created xsi:type="dcterms:W3CDTF">2026-05-06T02:17:25Z</dcterms:created>
  <dcterms:modified xsi:type="dcterms:W3CDTF">2026-05-06T02:17:25Z</dcterms:modified>
</cp:coreProperties>
</file>