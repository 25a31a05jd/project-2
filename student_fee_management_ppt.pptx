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Fee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C++ program using Linked List</a:t>
            </a:r>
          </a:p>
          <a:p>
            <a:r>
              <a:t>To manage student fee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program manages student fee details using a singly linked list.</a:t>
            </a:r>
          </a:p>
          <a:p>
            <a:r>
              <a:t>It allows dynamic storage and efficient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student data dynamically</a:t>
            </a:r>
          </a:p>
          <a:p>
            <a:r>
              <a:t>• Calculate fee details</a:t>
            </a:r>
          </a:p>
          <a:p>
            <a:r>
              <a:t>• Search and display records</a:t>
            </a:r>
          </a:p>
          <a:p>
            <a:r>
              <a:t>• Provide menu-driven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Singly Linked List</a:t>
            </a:r>
          </a:p>
          <a:p>
            <a:r>
              <a:t>Each node contains:</a:t>
            </a:r>
          </a:p>
          <a:p>
            <a:r>
              <a:t>• Roll Number</a:t>
            </a:r>
          </a:p>
          <a:p>
            <a:r>
              <a:t>• Category</a:t>
            </a:r>
          </a:p>
          <a:p>
            <a:r>
              <a:t>• Fee details</a:t>
            </a:r>
          </a:p>
          <a:p>
            <a:r>
              <a:t>• Pointer to next node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Roll Number:</a:t>
            </a:r>
          </a:p>
          <a:p>
            <a:r>
              <a:t>• PMSR</a:t>
            </a:r>
          </a:p>
          <a:p>
            <a:r>
              <a:t>• PMS</a:t>
            </a:r>
          </a:p>
          <a:p>
            <a:r>
              <a:t>• Management</a:t>
            </a:r>
          </a:p>
          <a:p>
            <a:r>
              <a:t>• Non-PMS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PMS → 50000</a:t>
            </a:r>
          </a:p>
          <a:p>
            <a:r>
              <a:t>• PMSR → 30000</a:t>
            </a:r>
          </a:p>
          <a:p>
            <a:r>
              <a:t>• Management → 80000</a:t>
            </a:r>
          </a:p>
          <a:p>
            <a:r>
              <a:t>• Non-PMS → 60000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Student</a:t>
            </a:r>
          </a:p>
          <a:p>
            <a:r>
              <a:t>2. Search Student</a:t>
            </a:r>
          </a:p>
          <a:p>
            <a:r>
              <a:t>3. Display All</a:t>
            </a:r>
          </a:p>
          <a:p>
            <a:r>
              <a:t>4. 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Student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details</a:t>
            </a:r>
          </a:p>
          <a:p>
            <a:r>
              <a:t>• Determine category</a:t>
            </a:r>
          </a:p>
          <a:p>
            <a:r>
              <a:t>• Assign base fee</a:t>
            </a:r>
          </a:p>
          <a:p>
            <a:r>
              <a:t>• Insert node at 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Student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Traverse list</a:t>
            </a:r>
          </a:p>
          <a:p>
            <a:r>
              <a:t>• Match roll number</a:t>
            </a:r>
          </a:p>
          <a:p>
            <a:r>
              <a:t>• Calculate total &amp; due</a:t>
            </a:r>
          </a:p>
          <a:p>
            <a:r>
              <a:t>• Display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Traverse list</a:t>
            </a:r>
          </a:p>
          <a:p>
            <a:r>
              <a:t>• Display all roll numbers</a:t>
            </a:r>
          </a:p>
          <a:p>
            <a:r>
              <a:t>• Show list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Menu-driven program using linked list.</a:t>
            </a:r>
          </a:p>
          <a:p>
            <a:r>
              <a:t>Supports insertion, searching, and display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memory usage</a:t>
            </a:r>
          </a:p>
          <a:p>
            <a:r>
              <a:t>• Efficient insertion</a:t>
            </a:r>
          </a:p>
          <a:p>
            <a:r>
              <a:t>• Simple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efficiently manages student fee records using linked list concepts.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